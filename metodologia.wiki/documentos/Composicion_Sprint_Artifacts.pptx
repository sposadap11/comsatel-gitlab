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60460-5E90-4646-8503-02AAACCB8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DA9FA4-699F-4589-8AFB-0244C0151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7AB113-13AA-4EF2-A5F9-D329A39A2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227237-3381-4971-8D4F-4A46A372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4CDF40-631D-4A4B-8AB3-DE586DBB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202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40034-BEA3-4C4A-8CA3-558658D00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E0A840-9A95-4006-B6D3-4306418B7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DCAB87-7666-482E-AFFA-5E9A56D4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0FEBF5-C849-4AD2-BF94-26B8B15D4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CCA302-E8D5-43C5-9A53-B14A4F49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4566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8FEF3-E39F-4742-890B-429A09B86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08775C-0AEB-421F-83CF-7215A167B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2A004A-1911-46BC-8B5A-3246ED10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05B4A8-27B4-4705-98C1-F1FFF89C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72902F-93F6-4664-A1A5-A954E639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27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D472C-72BD-4F2A-9BE1-EA2A0002E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E4345D-8E07-4520-B165-17D5C3AF9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0EBEE6-A32F-49D8-96DE-6397D2D92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CAF4D9-4B75-4384-B776-CE5061021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49841D-FEA6-4918-AFF5-ED5DE8A7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2B6D51-59A7-4442-9893-19A394362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0895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2A67E-6756-4145-AB35-DC6C825BE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BAABF3-DDEF-4E2E-B161-B424EE279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3388DB-2875-40C0-9D2E-BC3987D36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52F8F23-1AD6-4EC4-9866-F793F149E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F3C24B4-673D-4570-81A6-85B890EBD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1B64184-7B5C-4DB0-9096-D5238D265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A70A8D-28B9-4767-8FED-F801BE91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4345210-1C9A-4777-BA32-AE148055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0365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BEC79-2DE0-4D32-9377-AE8DF379E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DDC627D-BA3A-41F2-8B88-EFB7D5E7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5CCA7CB-B46E-4450-B862-31E582CB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0105C3E-7EE2-4FD1-87CA-74B087818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29961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B871451-BE3C-4912-981F-84950498C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9344627-1DB2-4DDC-B99A-251006EC9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8A9F9C-60AA-4FD8-A98D-6F73FED75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2448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188CF-1DE0-43E4-8131-0B4CD9E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3DC6BF-28E1-40B1-B165-7CBA71FE2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134C45-4EF4-4455-985E-E0FA90391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03920F-D9EB-4B49-A802-AA36B8D9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863824-3265-4582-A931-27E1B93DA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824E2F-2D5F-4CC8-8CCA-78E3F358A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80764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EBD21-3C40-4A20-A686-BEE486AFB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BA4D889-F630-4BAC-AB3D-883737792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CC316E9-A16A-4ADF-AB94-B2442EF27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B76A7B-7E76-408B-B99F-49700C91F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93DCD8-0420-4028-9612-0BBC5F1A7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C8C703-63D8-4C95-9D0B-746F0B674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0670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CFA02-C891-4D35-AAFC-615EE2EF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309246-A116-4101-AFFF-E48B81077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8F800C-F302-4233-A54C-3ED210152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A4C79D-459E-4C96-9D33-C7755A7DC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B44493-4629-475B-87B4-634088894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814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CBD106-3B49-48D7-A6DF-5E9C3BB3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7D3A9E-68E8-4574-BD26-42E8B493B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2E97B4-DA6E-422A-96B4-49C41081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3E844A-9E59-4864-83D6-995F44891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B4FF9C-2FE2-4F98-8C16-4509488A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948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09F7284-46AB-4853-A8F5-B1F70CA9A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570BDD-E8BA-4A7F-B4A7-EB86A5AD2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1352DE-7DAD-430F-B217-3A2349014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25420D-5472-4508-BE9A-587B65FE9E56}" type="datetimeFigureOut">
              <a:rPr lang="es-PE" smtClean="0"/>
              <a:t>6/03/2023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F82D9C-B14E-448C-9817-CC91FF05E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5A2CAD-0263-42A3-9537-085E80B7E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728F6-AE44-417D-A338-3538E1C8E75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090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>
            <a:extLst>
              <a:ext uri="{FF2B5EF4-FFF2-40B4-BE49-F238E27FC236}">
                <a16:creationId xmlns:a16="http://schemas.microsoft.com/office/drawing/2014/main" id="{84E41797-54D4-4163-83F6-269ECB1E0205}"/>
              </a:ext>
            </a:extLst>
          </p:cNvPr>
          <p:cNvGrpSpPr/>
          <p:nvPr/>
        </p:nvGrpSpPr>
        <p:grpSpPr>
          <a:xfrm>
            <a:off x="258444" y="781050"/>
            <a:ext cx="11644635" cy="5037154"/>
            <a:chOff x="258444" y="781050"/>
            <a:chExt cx="11644635" cy="5037154"/>
          </a:xfrm>
        </p:grpSpPr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486CF09C-14B6-473E-B681-CB60E5DB002D}"/>
                </a:ext>
              </a:extLst>
            </p:cNvPr>
            <p:cNvSpPr/>
            <p:nvPr/>
          </p:nvSpPr>
          <p:spPr>
            <a:xfrm>
              <a:off x="670877" y="2819241"/>
              <a:ext cx="1800225" cy="6096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User Story #1</a:t>
              </a: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618A4EAB-9E88-4E51-9EBF-6CCDC307CB4C}"/>
                </a:ext>
              </a:extLst>
            </p:cNvPr>
            <p:cNvSpPr/>
            <p:nvPr/>
          </p:nvSpPr>
          <p:spPr>
            <a:xfrm>
              <a:off x="560704" y="2716887"/>
              <a:ext cx="1800225" cy="6096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User Story #1</a:t>
              </a:r>
            </a:p>
          </p:txBody>
        </p:sp>
        <p:sp>
          <p:nvSpPr>
            <p:cNvPr id="4" name="Rectángulo: esquinas redondeadas 3">
              <a:extLst>
                <a:ext uri="{FF2B5EF4-FFF2-40B4-BE49-F238E27FC236}">
                  <a16:creationId xmlns:a16="http://schemas.microsoft.com/office/drawing/2014/main" id="{3C7024C8-EC0B-4BD9-827D-42949AF2E65C}"/>
                </a:ext>
              </a:extLst>
            </p:cNvPr>
            <p:cNvSpPr/>
            <p:nvPr/>
          </p:nvSpPr>
          <p:spPr>
            <a:xfrm>
              <a:off x="3944620" y="781050"/>
              <a:ext cx="2209800" cy="1009650"/>
            </a:xfrm>
            <a:prstGeom prst="roundRect">
              <a:avLst>
                <a:gd name="adj" fmla="val 15724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SPRINT #n</a:t>
              </a:r>
              <a:br>
                <a:rPr lang="en-US"/>
              </a:br>
              <a:r>
                <a:rPr lang="en-US"/>
                <a:t>(Milestone)</a:t>
              </a:r>
            </a:p>
          </p:txBody>
        </p:sp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27B912E2-8DE4-4E4F-A6E5-3242998CDA0B}"/>
                </a:ext>
              </a:extLst>
            </p:cNvPr>
            <p:cNvSpPr/>
            <p:nvPr/>
          </p:nvSpPr>
          <p:spPr>
            <a:xfrm>
              <a:off x="448944" y="2614533"/>
              <a:ext cx="1800225" cy="6096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User Story #1</a:t>
              </a:r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989E60D-90A6-4CFA-86E5-9A55C30B6944}"/>
                </a:ext>
              </a:extLst>
            </p:cNvPr>
            <p:cNvSpPr/>
            <p:nvPr/>
          </p:nvSpPr>
          <p:spPr>
            <a:xfrm>
              <a:off x="353694" y="2512179"/>
              <a:ext cx="1800225" cy="6096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User Story #1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2F159B04-65FE-4445-8DC8-27EC9C68D046}"/>
                </a:ext>
              </a:extLst>
            </p:cNvPr>
            <p:cNvSpPr/>
            <p:nvPr/>
          </p:nvSpPr>
          <p:spPr>
            <a:xfrm>
              <a:off x="258444" y="2409825"/>
              <a:ext cx="1800225" cy="609600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User Story #1</a:t>
              </a:r>
            </a:p>
          </p:txBody>
        </p:sp>
        <p:cxnSp>
          <p:nvCxnSpPr>
            <p:cNvPr id="9" name="Conector: angular 8">
              <a:extLst>
                <a:ext uri="{FF2B5EF4-FFF2-40B4-BE49-F238E27FC236}">
                  <a16:creationId xmlns:a16="http://schemas.microsoft.com/office/drawing/2014/main" id="{0269E87A-4EF7-4569-9EB5-AE7E5EA11C7C}"/>
                </a:ext>
              </a:extLst>
            </p:cNvPr>
            <p:cNvCxnSpPr>
              <a:stCxn id="4" idx="2"/>
              <a:endCxn id="7" idx="0"/>
            </p:cNvCxnSpPr>
            <p:nvPr/>
          </p:nvCxnSpPr>
          <p:spPr>
            <a:xfrm rot="5400000">
              <a:off x="2794477" y="154781"/>
              <a:ext cx="619125" cy="3890963"/>
            </a:xfrm>
            <a:prstGeom prst="bentConnector3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FEC2CFEA-1115-4093-9CEC-EDE57DDCB483}"/>
                </a:ext>
              </a:extLst>
            </p:cNvPr>
            <p:cNvGrpSpPr/>
            <p:nvPr/>
          </p:nvGrpSpPr>
          <p:grpSpPr>
            <a:xfrm>
              <a:off x="1625281" y="4028440"/>
              <a:ext cx="1990725" cy="610402"/>
              <a:chOff x="2386011" y="3542899"/>
              <a:chExt cx="1990725" cy="610402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67E09ADF-3002-4BB9-859F-24546BBD220C}"/>
                  </a:ext>
                </a:extLst>
              </p:cNvPr>
              <p:cNvSpPr/>
              <p:nvPr/>
            </p:nvSpPr>
            <p:spPr>
              <a:xfrm>
                <a:off x="2576511" y="3695299"/>
                <a:ext cx="1800225" cy="45800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User Story #1</a:t>
                </a:r>
              </a:p>
            </p:txBody>
          </p:sp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B83A96D1-903B-4CD6-8B51-BF7B87FC2461}"/>
                  </a:ext>
                </a:extLst>
              </p:cNvPr>
              <p:cNvSpPr/>
              <p:nvPr/>
            </p:nvSpPr>
            <p:spPr>
              <a:xfrm>
                <a:off x="2481261" y="3619099"/>
                <a:ext cx="1800225" cy="45800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User Story #1</a:t>
                </a:r>
              </a:p>
            </p:txBody>
          </p: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B778A8BB-38B6-4DBF-A889-2B4896B16FAF}"/>
                  </a:ext>
                </a:extLst>
              </p:cNvPr>
              <p:cNvSpPr/>
              <p:nvPr/>
            </p:nvSpPr>
            <p:spPr>
              <a:xfrm>
                <a:off x="2386011" y="3542899"/>
                <a:ext cx="1800225" cy="45800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Task #1.1</a:t>
                </a:r>
              </a:p>
            </p:txBody>
          </p:sp>
        </p:grpSp>
        <p:cxnSp>
          <p:nvCxnSpPr>
            <p:cNvPr id="18" name="Conector: angular 17">
              <a:extLst>
                <a:ext uri="{FF2B5EF4-FFF2-40B4-BE49-F238E27FC236}">
                  <a16:creationId xmlns:a16="http://schemas.microsoft.com/office/drawing/2014/main" id="{C69F94D4-0862-4337-8BF2-B05E5157DD37}"/>
                </a:ext>
              </a:extLst>
            </p:cNvPr>
            <p:cNvCxnSpPr>
              <a:cxnSpLocks/>
              <a:stCxn id="7" idx="2"/>
              <a:endCxn id="13" idx="1"/>
            </p:cNvCxnSpPr>
            <p:nvPr/>
          </p:nvCxnSpPr>
          <p:spPr>
            <a:xfrm rot="16200000" flipH="1">
              <a:off x="772911" y="3405071"/>
              <a:ext cx="1238016" cy="466724"/>
            </a:xfrm>
            <a:prstGeom prst="bentConnector2">
              <a:avLst/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49916728-1610-4C85-B79E-CBC19303FF33}"/>
                </a:ext>
              </a:extLst>
            </p:cNvPr>
            <p:cNvGrpSpPr/>
            <p:nvPr/>
          </p:nvGrpSpPr>
          <p:grpSpPr>
            <a:xfrm>
              <a:off x="1625281" y="5207802"/>
              <a:ext cx="1990725" cy="610402"/>
              <a:chOff x="2386011" y="3542899"/>
              <a:chExt cx="1990725" cy="610402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0F8D83A2-6D40-4562-8F8F-00510FFB9118}"/>
                  </a:ext>
                </a:extLst>
              </p:cNvPr>
              <p:cNvSpPr/>
              <p:nvPr/>
            </p:nvSpPr>
            <p:spPr>
              <a:xfrm>
                <a:off x="2576511" y="3695299"/>
                <a:ext cx="1800225" cy="45800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User Story #1</a:t>
                </a:r>
              </a:p>
            </p:txBody>
          </p:sp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1C4082E0-EF0E-48A5-93B1-6E34E9E917F0}"/>
                  </a:ext>
                </a:extLst>
              </p:cNvPr>
              <p:cNvSpPr/>
              <p:nvPr/>
            </p:nvSpPr>
            <p:spPr>
              <a:xfrm>
                <a:off x="2481261" y="3619099"/>
                <a:ext cx="1800225" cy="45800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User Story #1</a:t>
                </a:r>
              </a:p>
            </p:txBody>
          </p:sp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D9136BD1-B128-4B92-9A61-6408F31E89B9}"/>
                  </a:ext>
                </a:extLst>
              </p:cNvPr>
              <p:cNvSpPr/>
              <p:nvPr/>
            </p:nvSpPr>
            <p:spPr>
              <a:xfrm>
                <a:off x="2386011" y="3542899"/>
                <a:ext cx="1800225" cy="458002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Task #N.1</a:t>
                </a:r>
              </a:p>
            </p:txBody>
          </p:sp>
        </p:grpSp>
        <p:cxnSp>
          <p:nvCxnSpPr>
            <p:cNvPr id="26" name="Conector: angular 25">
              <a:extLst>
                <a:ext uri="{FF2B5EF4-FFF2-40B4-BE49-F238E27FC236}">
                  <a16:creationId xmlns:a16="http://schemas.microsoft.com/office/drawing/2014/main" id="{80C9C446-71F3-4588-AD40-78205A472127}"/>
                </a:ext>
              </a:extLst>
            </p:cNvPr>
            <p:cNvCxnSpPr>
              <a:endCxn id="24" idx="1"/>
            </p:cNvCxnSpPr>
            <p:nvPr/>
          </p:nvCxnSpPr>
          <p:spPr>
            <a:xfrm>
              <a:off x="1158556" y="5083977"/>
              <a:ext cx="466725" cy="352826"/>
            </a:xfrm>
            <a:prstGeom prst="bentConnector3">
              <a:avLst>
                <a:gd name="adj1" fmla="val -1020"/>
              </a:avLst>
            </a:prstGeom>
            <a:ln w="381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6E52C5F0-B1A8-4B58-A089-C8EEF9CE0C5B}"/>
                </a:ext>
              </a:extLst>
            </p:cNvPr>
            <p:cNvGrpSpPr/>
            <p:nvPr/>
          </p:nvGrpSpPr>
          <p:grpSpPr>
            <a:xfrm>
              <a:off x="1063306" y="4340225"/>
              <a:ext cx="180000" cy="653665"/>
              <a:chOff x="6915150" y="3171825"/>
              <a:chExt cx="180000" cy="653665"/>
            </a:xfrm>
          </p:grpSpPr>
          <p:sp>
            <p:nvSpPr>
              <p:cNvPr id="28" name="Elipse 27">
                <a:extLst>
                  <a:ext uri="{FF2B5EF4-FFF2-40B4-BE49-F238E27FC236}">
                    <a16:creationId xmlns:a16="http://schemas.microsoft.com/office/drawing/2014/main" id="{E78D8E77-B6C1-45EE-B9CF-31E962C524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15150" y="3171825"/>
                <a:ext cx="180000" cy="180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83FCD099-A5F1-478E-9851-A133F068E1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15150" y="3408658"/>
                <a:ext cx="180000" cy="180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Elipse 29">
                <a:extLst>
                  <a:ext uri="{FF2B5EF4-FFF2-40B4-BE49-F238E27FC236}">
                    <a16:creationId xmlns:a16="http://schemas.microsoft.com/office/drawing/2014/main" id="{9B38676E-3D7B-4027-A847-44B2BD5F2A9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915150" y="3645490"/>
                <a:ext cx="180000" cy="180000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Rectángulo 31">
              <a:extLst>
                <a:ext uri="{FF2B5EF4-FFF2-40B4-BE49-F238E27FC236}">
                  <a16:creationId xmlns:a16="http://schemas.microsoft.com/office/drawing/2014/main" id="{B566004B-5F87-46B6-975A-27A0F35AFD46}"/>
                </a:ext>
              </a:extLst>
            </p:cNvPr>
            <p:cNvSpPr/>
            <p:nvPr/>
          </p:nvSpPr>
          <p:spPr>
            <a:xfrm>
              <a:off x="5152648" y="2411329"/>
              <a:ext cx="1557139" cy="101767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Daily Meeting</a:t>
              </a:r>
              <a:br>
                <a:rPr lang="en-US">
                  <a:solidFill>
                    <a:schemeClr val="tx1"/>
                  </a:solidFill>
                </a:rPr>
              </a:br>
              <a:r>
                <a:rPr lang="en-US">
                  <a:solidFill>
                    <a:schemeClr val="tx1"/>
                  </a:solidFill>
                </a:rPr>
                <a:t>(Minuta)</a:t>
              </a:r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A7A2743F-408A-4FD1-AB7D-2C3E3D699D81}"/>
                </a:ext>
              </a:extLst>
            </p:cNvPr>
            <p:cNvSpPr/>
            <p:nvPr/>
          </p:nvSpPr>
          <p:spPr>
            <a:xfrm>
              <a:off x="6883745" y="2409824"/>
              <a:ext cx="1557139" cy="1009649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Sprint Review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(Minuta)</a:t>
              </a: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18760EB3-8569-4222-A3F9-71367EBDC5BA}"/>
                </a:ext>
              </a:extLst>
            </p:cNvPr>
            <p:cNvSpPr/>
            <p:nvPr/>
          </p:nvSpPr>
          <p:spPr>
            <a:xfrm>
              <a:off x="8614842" y="2409824"/>
              <a:ext cx="1557139" cy="101917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Sprint Retrospective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</a:rPr>
                <a:t>(Minuta)</a:t>
              </a:r>
            </a:p>
          </p:txBody>
        </p:sp>
        <p:cxnSp>
          <p:nvCxnSpPr>
            <p:cNvPr id="38" name="Conector: angular 37">
              <a:extLst>
                <a:ext uri="{FF2B5EF4-FFF2-40B4-BE49-F238E27FC236}">
                  <a16:creationId xmlns:a16="http://schemas.microsoft.com/office/drawing/2014/main" id="{2FDA2CBD-858E-4A77-9FBC-0B70834025F7}"/>
                </a:ext>
              </a:extLst>
            </p:cNvPr>
            <p:cNvCxnSpPr>
              <a:stCxn id="4" idx="2"/>
              <a:endCxn id="32" idx="0"/>
            </p:cNvCxnSpPr>
            <p:nvPr/>
          </p:nvCxnSpPr>
          <p:spPr>
            <a:xfrm rot="16200000" flipH="1">
              <a:off x="5180055" y="1660165"/>
              <a:ext cx="620629" cy="881698"/>
            </a:xfrm>
            <a:prstGeom prst="bent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: angular 39">
              <a:extLst>
                <a:ext uri="{FF2B5EF4-FFF2-40B4-BE49-F238E27FC236}">
                  <a16:creationId xmlns:a16="http://schemas.microsoft.com/office/drawing/2014/main" id="{A8E83750-41A9-4EEF-8D46-836EA27AFCF3}"/>
                </a:ext>
              </a:extLst>
            </p:cNvPr>
            <p:cNvCxnSpPr>
              <a:stCxn id="4" idx="2"/>
              <a:endCxn id="33" idx="0"/>
            </p:cNvCxnSpPr>
            <p:nvPr/>
          </p:nvCxnSpPr>
          <p:spPr>
            <a:xfrm rot="16200000" flipH="1">
              <a:off x="6046355" y="793864"/>
              <a:ext cx="619124" cy="2612795"/>
            </a:xfrm>
            <a:prstGeom prst="bent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: angular 41">
              <a:extLst>
                <a:ext uri="{FF2B5EF4-FFF2-40B4-BE49-F238E27FC236}">
                  <a16:creationId xmlns:a16="http://schemas.microsoft.com/office/drawing/2014/main" id="{50E4BBB5-2B02-43E4-A8AA-D9EBAADBAE0B}"/>
                </a:ext>
              </a:extLst>
            </p:cNvPr>
            <p:cNvCxnSpPr>
              <a:stCxn id="4" idx="2"/>
              <a:endCxn id="34" idx="0"/>
            </p:cNvCxnSpPr>
            <p:nvPr/>
          </p:nvCxnSpPr>
          <p:spPr>
            <a:xfrm rot="16200000" flipH="1">
              <a:off x="6911904" y="-71684"/>
              <a:ext cx="619124" cy="4343892"/>
            </a:xfrm>
            <a:prstGeom prst="bent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670B1912-E3BD-4D59-B735-A1F198581368}"/>
                </a:ext>
              </a:extLst>
            </p:cNvPr>
            <p:cNvSpPr/>
            <p:nvPr/>
          </p:nvSpPr>
          <p:spPr>
            <a:xfrm>
              <a:off x="3028155" y="2808960"/>
              <a:ext cx="1800225" cy="609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User Story #1</a:t>
              </a:r>
            </a:p>
          </p:txBody>
        </p:sp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04FC7A-AEE4-4F8E-B0B2-61BE638068D1}"/>
                </a:ext>
              </a:extLst>
            </p:cNvPr>
            <p:cNvSpPr/>
            <p:nvPr/>
          </p:nvSpPr>
          <p:spPr>
            <a:xfrm>
              <a:off x="2917982" y="2706606"/>
              <a:ext cx="1800225" cy="609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User Story #1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1B421180-D751-4196-B93F-2D8AC9E84036}"/>
                </a:ext>
              </a:extLst>
            </p:cNvPr>
            <p:cNvSpPr/>
            <p:nvPr/>
          </p:nvSpPr>
          <p:spPr>
            <a:xfrm>
              <a:off x="2806222" y="2604252"/>
              <a:ext cx="1800225" cy="609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User Story #1</a:t>
              </a:r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D4822F85-07BB-4896-A92C-C18BAD966433}"/>
                </a:ext>
              </a:extLst>
            </p:cNvPr>
            <p:cNvSpPr/>
            <p:nvPr/>
          </p:nvSpPr>
          <p:spPr>
            <a:xfrm>
              <a:off x="2710972" y="2501898"/>
              <a:ext cx="1800225" cy="609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User Story #1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6394DEEB-1F48-487B-9E8C-089D1D6CC607}"/>
                </a:ext>
              </a:extLst>
            </p:cNvPr>
            <p:cNvSpPr/>
            <p:nvPr/>
          </p:nvSpPr>
          <p:spPr>
            <a:xfrm>
              <a:off x="2615722" y="2399544"/>
              <a:ext cx="1800225" cy="60960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Bug #1</a:t>
              </a:r>
            </a:p>
          </p:txBody>
        </p:sp>
        <p:cxnSp>
          <p:nvCxnSpPr>
            <p:cNvPr id="49" name="Conector: angular 48">
              <a:extLst>
                <a:ext uri="{FF2B5EF4-FFF2-40B4-BE49-F238E27FC236}">
                  <a16:creationId xmlns:a16="http://schemas.microsoft.com/office/drawing/2014/main" id="{5E799FF6-7956-45E2-9F36-B41E2B03FEF6}"/>
                </a:ext>
              </a:extLst>
            </p:cNvPr>
            <p:cNvCxnSpPr>
              <a:stCxn id="4" idx="2"/>
              <a:endCxn id="47" idx="0"/>
            </p:cNvCxnSpPr>
            <p:nvPr/>
          </p:nvCxnSpPr>
          <p:spPr>
            <a:xfrm rot="5400000">
              <a:off x="3978256" y="1328280"/>
              <a:ext cx="608844" cy="1533685"/>
            </a:xfrm>
            <a:prstGeom prst="bentConnector3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B64FC16B-1CCE-4602-B55F-C41A58761BDF}"/>
                </a:ext>
              </a:extLst>
            </p:cNvPr>
            <p:cNvSpPr/>
            <p:nvPr/>
          </p:nvSpPr>
          <p:spPr>
            <a:xfrm>
              <a:off x="10345940" y="2409666"/>
              <a:ext cx="1557139" cy="101917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Release Notes</a:t>
              </a:r>
            </a:p>
          </p:txBody>
        </p:sp>
        <p:cxnSp>
          <p:nvCxnSpPr>
            <p:cNvPr id="53" name="Conector: angular 52">
              <a:extLst>
                <a:ext uri="{FF2B5EF4-FFF2-40B4-BE49-F238E27FC236}">
                  <a16:creationId xmlns:a16="http://schemas.microsoft.com/office/drawing/2014/main" id="{B8747C9A-CC2F-406F-B35C-9AD006491D6B}"/>
                </a:ext>
              </a:extLst>
            </p:cNvPr>
            <p:cNvCxnSpPr>
              <a:stCxn id="4" idx="2"/>
              <a:endCxn id="51" idx="0"/>
            </p:cNvCxnSpPr>
            <p:nvPr/>
          </p:nvCxnSpPr>
          <p:spPr>
            <a:xfrm rot="16200000" flipH="1">
              <a:off x="7777532" y="-937312"/>
              <a:ext cx="618966" cy="6074990"/>
            </a:xfrm>
            <a:prstGeom prst="bent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215198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88</Words>
  <Application>Microsoft Office PowerPoint</Application>
  <PresentationFormat>Panorámica</PresentationFormat>
  <Paragraphs>23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Ilver Anache</dc:creator>
  <cp:lastModifiedBy>Ilver Anache</cp:lastModifiedBy>
  <cp:revision>2</cp:revision>
  <dcterms:created xsi:type="dcterms:W3CDTF">2023-03-06T16:29:05Z</dcterms:created>
  <dcterms:modified xsi:type="dcterms:W3CDTF">2023-03-06T16:47:05Z</dcterms:modified>
</cp:coreProperties>
</file>